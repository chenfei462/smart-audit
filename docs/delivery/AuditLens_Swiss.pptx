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FISCAL AUDIT WORKBENCH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AuditLens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财政监督</a:t>
            </a:r>
            <a:pPr indent="0" marL="0">
              <a:lnSpc>
                <a:spcPct val="90000"/>
              </a:lnSpc>
              <a:buNone/>
            </a:pPr>
            <a:r>
              <a:rPr lang="en-US" sz="4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工作台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3863340"/>
            <a:ext cx="8046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9547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面向政府财政监督场景的一体化审计平台 · Rust 构建 · 单二进制部署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5491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项目结题答辩 ·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0" y="45491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&amp; GOAL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背景与目标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32688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传统审计困境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财政审计依赖人工经验，效率低下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数据分散多系统，缺乏统一入口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风险识别滞后，整改追踪困难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证据易篡改，缺乏可信存证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0" cy="274320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13248" y="1828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一体化审计工作台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统一财政监督场景化工作流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规则引擎自动识别财政风险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辅助解读 + 多模态票据识别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密封导出实现证据不可篡改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0" y="47320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INNOVATIONS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六大创新点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高性能引擎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单二进制部署，零运行时依赖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057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安全定位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仅作解释层，不作结论引擎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2024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057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密封导出包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AES-GCM 加密 + SHA-256 校验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三方协同工作流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财政局 · 纪委 · 信息中心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56616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多模态票据识别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自动识别 + ASR 语音转写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566160"/>
            <a:ext cx="2468880" cy="13716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703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双环境部署策略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公网样板 + 政务云 PoC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47320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FOUR-LAYER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658368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94560" y="17373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前端展示层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0" y="17373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 HTML/JS · 响应式工作台 · 数据可视化图表 · 零框架依赖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603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25603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服务层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Actix-Web 4 · REST API · Cookie Session · RBAC 三级权限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65836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8328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33832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业务引擎层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33832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规则引擎 · AI 辅助解读 · OCR/ASR · PDF 报告 · 密封导出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8046720" cy="658368"/>
          </a:xfrm>
          <a:prstGeom prst="rect">
            <a:avLst/>
          </a:prstGeom>
          <a:solidFill>
            <a:srgbClr val="F0F0E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062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4206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数据持久层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42062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MySQL / PostgreSQL · 加密存储 · 审计日志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5034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  ·  Actix-Web  ·  printpdf  ·  AES-GCM  ·  reqwest  ·  SQLite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23760" y="47320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27432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四大审计场景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01 / BUDGET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预算执行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追踪预算执行率偏差，识别超支、挪用等异常模式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1463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02 / PROCUREMENT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060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采购审计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06040" y="2468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项目编号与预算金额联动，发现围标串标线索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463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03 / TREASURY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国库支付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支付单号与收款单位匹配，检查重复支付与异常流向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1463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04 / VOUCHER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20840" y="1920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会计凭证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24688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借贷金额与入账时间核验，确保凭证真实性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47320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PATH · 2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现场演示路径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登录系统 → 工作台总览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创建审计任务 → 导入数据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8712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运行规则引擎 → 查看异常发现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33467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辅助解读 → 生成报告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3822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导出密封包 → 验证完整性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320540"/>
            <a:ext cx="8046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577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切换至浏览器 · http://127.0.0.1:3000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23760" y="44577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LIFECYCLE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全流程闭环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7498080" cy="0"/>
          </a:xfrm>
          <a:prstGeom prst="line">
            <a:avLst/>
          </a:prstGeom>
          <a:noFill/>
          <a:ln w="12700">
            <a:solidFill>
              <a:srgbClr val="D4D4D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402080" y="288036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80772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772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数据接入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772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Excel/CSV 批量导入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88036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3154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5740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规则审计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引擎自动匹配风险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01440" y="288036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330708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0708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解读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0708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辅助解释异常原因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51120" y="288036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556760" y="3154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5676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风险标记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5676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分级标记审计发现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2880360"/>
            <a:ext cx="91440" cy="9144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0644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报告导出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+ 密封导出包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50480" y="288036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7056120" y="3154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56120" y="3410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整改闭环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5612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跟踪整改完成率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47320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OUTCOMES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0" y="640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覆盖审计全生命周期的一体化财政监督平台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0"/>
          </a:xfrm>
          <a:prstGeom prst="line">
            <a:avLst/>
          </a:prstGeom>
          <a:noFill/>
          <a:ln w="6350">
            <a:solidFill>
              <a:srgbClr val="737373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674620"/>
            <a:ext cx="1280160" cy="201168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功能模块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3314700"/>
            <a:ext cx="1280160" cy="1371600"/>
          </a:xfrm>
          <a:prstGeom prst="rect">
            <a:avLst/>
          </a:prstGeom>
          <a:solidFill>
            <a:srgbClr val="737373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7889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审计场景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3680460"/>
            <a:ext cx="1280160" cy="1005840"/>
          </a:xfrm>
          <a:prstGeom prst="rect">
            <a:avLst/>
          </a:prstGeom>
          <a:solidFill>
            <a:srgbClr val="737373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角色体系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95160" y="2948940"/>
            <a:ext cx="1280160" cy="173736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737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验收项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23760" y="47320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DIMENSIONS OF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项目价值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技术价值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高性能与安全并重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系统级性能保障，单二进制零依赖部署，密码学级别证据保全机制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7719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A0A0A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3375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业务价值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全生命周期覆盖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37560" y="2743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三方协同提升监督效率，规则引擎 + AI 双层风险识别体系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37719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A0A0A">
                    <a:alpha val="1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社会价值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数字化治理转型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助力政府数字化治理，提升财政资金透明度，强化公共资金监督问责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37719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2FA7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7223760" y="47320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AUDITLENS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让财政监督</a:t>
            </a:r>
            <a:endParaRPr lang="en-US" sz="3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</a:t>
            </a:r>
            <a:pPr indent="0" marL="0">
              <a:lnSpc>
                <a:spcPct val="95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</a:t>
            </a:r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、更透明、</a:t>
            </a:r>
            <a:endParaRPr lang="en-US" sz="3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更高效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感谢各位老师的指导与聆听，敬请指正。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503420"/>
            <a:ext cx="36576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405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AuditLens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4640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457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POINTS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1097280"/>
            <a:ext cx="384048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07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7784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构建，单文件交付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572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高性能后端无运行时依赖，一个二进制即完整系统。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240280"/>
            <a:ext cx="3840480" cy="0"/>
          </a:xfrm>
          <a:prstGeom prst="line">
            <a:avLst/>
          </a:prstGeom>
          <a:noFill/>
          <a:ln w="9525">
            <a:solidFill>
              <a:srgbClr val="D4D4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仅解释，规则出结论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2715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安全定位确保审计权威性，规则引擎才是正式结论。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383280"/>
            <a:ext cx="384048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493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密封存证，不可篡改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858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AES-GCM 加密 + SHA-256 校验，审计证据具备法律级别可信度。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45948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完 · END OF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AuditLens 财政监督工作台 · 结题答辩</dc:title>
  <dc:subject>PptxGenJS Presentation</dc:subject>
  <dc:creator>AuditLens Team</dc:creator>
  <cp:lastModifiedBy>AuditLens Team</cp:lastModifiedBy>
  <cp:revision>1</cp:revision>
  <dcterms:created xsi:type="dcterms:W3CDTF">2026-06-29T14:55:34Z</dcterms:created>
  <dcterms:modified xsi:type="dcterms:W3CDTF">2026-06-29T14:55:34Z</dcterms:modified>
</cp:coreProperties>
</file>